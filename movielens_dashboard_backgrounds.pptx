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s/bg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" name="Image 1" descr="icons/icon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534924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8872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1M · AGE GROUP ANALYSIS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0561320" y="566928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Shape 4"/>
          <p:cNvSpPr/>
          <p:nvPr/>
        </p:nvSpPr>
        <p:spPr>
          <a:xfrm>
            <a:off x="10817352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9" name="Shape 5"/>
          <p:cNvSpPr/>
          <p:nvPr/>
        </p:nvSpPr>
        <p:spPr>
          <a:xfrm>
            <a:off x="11073384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0" name="Shape 6"/>
          <p:cNvSpPr/>
          <p:nvPr/>
        </p:nvSpPr>
        <p:spPr>
          <a:xfrm>
            <a:off x="11329416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1" name="Shape 7"/>
          <p:cNvSpPr/>
          <p:nvPr/>
        </p:nvSpPr>
        <p:spPr>
          <a:xfrm>
            <a:off x="11585448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6,040 users · 3,706 movies · 1,000,209 ratings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s/bg_gen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" name="Image 1" descr="icons/icon_gen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534924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8872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1M · AGE GROUP ANALYSIS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0561320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8" name="Shape 4"/>
          <p:cNvSpPr/>
          <p:nvPr/>
        </p:nvSpPr>
        <p:spPr>
          <a:xfrm>
            <a:off x="10817352" y="566928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Shape 5"/>
          <p:cNvSpPr/>
          <p:nvPr/>
        </p:nvSpPr>
        <p:spPr>
          <a:xfrm>
            <a:off x="11073384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0" name="Shape 6"/>
          <p:cNvSpPr/>
          <p:nvPr/>
        </p:nvSpPr>
        <p:spPr>
          <a:xfrm>
            <a:off x="11329416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1" name="Shape 7"/>
          <p:cNvSpPr/>
          <p:nvPr/>
        </p:nvSpPr>
        <p:spPr>
          <a:xfrm>
            <a:off x="11585448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preference by age group, and the most polarizing genres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s/bg_ti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" name="Image 1" descr="icons/icon_tim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534924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8872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1M · AGE GROUP ANALYSIS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0561320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8" name="Shape 4"/>
          <p:cNvSpPr/>
          <p:nvPr/>
        </p:nvSpPr>
        <p:spPr>
          <a:xfrm>
            <a:off x="10817352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9" name="Shape 5"/>
          <p:cNvSpPr/>
          <p:nvPr/>
        </p:nvSpPr>
        <p:spPr>
          <a:xfrm>
            <a:off x="11073384" y="566928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Shape 6"/>
          <p:cNvSpPr/>
          <p:nvPr/>
        </p:nvSpPr>
        <p:spPr>
          <a:xfrm>
            <a:off x="11329416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1" name="Shape 7"/>
          <p:cNvSpPr/>
          <p:nvPr/>
        </p:nvSpPr>
        <p:spPr>
          <a:xfrm>
            <a:off x="11585448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activity, signup-burst control, weekday vs weekend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s/bg_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" name="Image 1" descr="icons/icon_st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534924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8872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1M · AGE GROUP ANALYSIS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0561320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8" name="Shape 4"/>
          <p:cNvSpPr/>
          <p:nvPr/>
        </p:nvSpPr>
        <p:spPr>
          <a:xfrm>
            <a:off x="10817352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9" name="Shape 5"/>
          <p:cNvSpPr/>
          <p:nvPr/>
        </p:nvSpPr>
        <p:spPr>
          <a:xfrm>
            <a:off x="11073384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0" name="Shape 6"/>
          <p:cNvSpPr/>
          <p:nvPr/>
        </p:nvSpPr>
        <p:spPr>
          <a:xfrm>
            <a:off x="11329416" y="566928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Shape 7"/>
          <p:cNvSpPr/>
          <p:nvPr/>
        </p:nvSpPr>
        <p:spPr>
          <a:xfrm>
            <a:off x="11585448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testing on the two most interesting gaps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s/bg_recomme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" name="Image 1" descr="icons/icon_recomme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534924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Recommender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8872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1M · AGE GROUP ANALYSIS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0561320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8" name="Shape 4"/>
          <p:cNvSpPr/>
          <p:nvPr/>
        </p:nvSpPr>
        <p:spPr>
          <a:xfrm>
            <a:off x="10817352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9" name="Shape 5"/>
          <p:cNvSpPr/>
          <p:nvPr/>
        </p:nvSpPr>
        <p:spPr>
          <a:xfrm>
            <a:off x="11073384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0" name="Shape 6"/>
          <p:cNvSpPr/>
          <p:nvPr/>
        </p:nvSpPr>
        <p:spPr>
          <a:xfrm>
            <a:off x="11329416" y="566928"/>
            <a:ext cx="91440" cy="91440"/>
          </a:xfrm>
          <a:prstGeom prst="ellipse">
            <a:avLst/>
          </a:prstGeom>
          <a:solidFill>
            <a:srgbClr val="3A3F63"/>
          </a:solidFill>
          <a:ln/>
        </p:spPr>
      </p:sp>
      <p:sp>
        <p:nvSpPr>
          <p:cNvPr id="11" name="Shape 7"/>
          <p:cNvSpPr/>
          <p:nvPr/>
        </p:nvSpPr>
        <p:spPr>
          <a:xfrm>
            <a:off x="11585448" y="566928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collaborative filtering, cosine similarity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2026-08-04T04:47:45Z</dcterms:created>
  <dcterms:modified xsi:type="dcterms:W3CDTF">2026-08-04T04:47:45Z</dcterms:modified>
</cp:coreProperties>
</file>